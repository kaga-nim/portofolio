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  <p:embeddedFont>
      <p:font typeface="Canva Sans Bold Italics" charset="1" panose="020B08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93615" y="4563110"/>
            <a:ext cx="1330077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Pengenalan Data Center: Klasifikasi, Topologi, dan Infrastruktur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55357" y="4819967"/>
            <a:ext cx="69772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Bagian 1: Pengenalan Data Center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1394" y="3107393"/>
            <a:ext cx="15381101" cy="178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2719" indent="-366359" lvl="1">
              <a:lnSpc>
                <a:spcPts val="4751"/>
              </a:lnSpc>
              <a:buAutoNum type="arabicPeriod" startAt="1"/>
            </a:pPr>
            <a:r>
              <a:rPr lang="en-US" sz="33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Center adalah fasilitas yang digunakan untuk menyimpan, mengelola, dan mendistribusikan data serta aplikasi.</a:t>
            </a:r>
          </a:p>
          <a:p>
            <a:pPr algn="l" marL="732719" indent="-366359" lvl="1">
              <a:lnSpc>
                <a:spcPts val="4751"/>
              </a:lnSpc>
              <a:buAutoNum type="arabicPeriod" startAt="1"/>
            </a:pPr>
            <a:r>
              <a:rPr lang="en-US" sz="33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Digunakan oleh perusahaan, pemerintah, dan penyedia layanan cloud.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56264" y="962025"/>
            <a:ext cx="437547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Apa Itu Data Center?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58045" y="3619817"/>
            <a:ext cx="14204900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Menyimpan data secara aman.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Menyediakan akses yang cepat dan andal ke aplikasi dan layanan.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Menjaga keberlanjutan operasi bisnis melalui redundansi dan 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emulihan bencana (Disaster Recovery).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39992" y="962025"/>
            <a:ext cx="400801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Fungsi Data Center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38006" y="4819967"/>
            <a:ext cx="661198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Bagian 2: Klasifikasi Data Center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5758" y="1301726"/>
            <a:ext cx="16003542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 Tier Data Center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Dikembangkan oleh Uptime Institute untuk mengukur keandalan dan ketersediaan data center.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Terdiri dari Tier 1, Tier 2, Tier 3, dan Tier 4, semakin tinggi tier, semakin tinggi keandalannya.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Tier 1 (Basic Capacity)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Waktu uptime: 99.671% (~28,8 jam downtime per tahun).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Karakteristik: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Tidak memiliki redundansi.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Pendinginan dan daya tidak berlebih.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Cocok untuk usaha kecil.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73068" y="448310"/>
            <a:ext cx="694186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Klasifikasi Data Center (Tier 1 - 4)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05446" y="9089605"/>
            <a:ext cx="1003537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SLA (</a:t>
            </a:r>
            <a:r>
              <a:rPr lang="en-US" b="true" sz="33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Service Level Agreement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 = Waktu </a:t>
            </a:r>
            <a:r>
              <a:rPr lang="en-US" b="true" sz="33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Uptime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5758" y="1047750"/>
            <a:ext cx="16003542" cy="875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Tier 2 (Redundant Capacity Components)</a:t>
            </a:r>
          </a:p>
          <a:p>
            <a:pPr algn="l">
              <a:lnSpc>
                <a:spcPts val="3875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Waktu uptime: 99.741% (~22 jam downtime per tahun).</a:t>
            </a:r>
          </a:p>
          <a:p>
            <a:pPr algn="l">
              <a:lnSpc>
                <a:spcPts val="3875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Karakteristik:</a:t>
            </a:r>
          </a:p>
          <a:p>
            <a:pPr algn="l">
              <a:lnSpc>
                <a:spcPts val="3875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Ada sistem redundansi untuk daya dan pendingin.</a:t>
            </a:r>
          </a:p>
          <a:p>
            <a:pPr algn="l">
              <a:lnSpc>
                <a:spcPts val="3875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Tidak mendukung pemeliharaan tanpa downtime.</a:t>
            </a:r>
          </a:p>
          <a:p>
            <a:pPr algn="l">
              <a:lnSpc>
                <a:spcPts val="3875"/>
              </a:lnSpc>
            </a:pPr>
          </a:p>
          <a:p>
            <a:pPr algn="l">
              <a:lnSpc>
                <a:spcPts val="3875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Tier 3 (Concurrently Maintainable)</a:t>
            </a:r>
          </a:p>
          <a:p>
            <a:pPr algn="l">
              <a:lnSpc>
                <a:spcPts val="3875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Waktu uptime: 99.982% (~1,6 jam downtime per tahun).</a:t>
            </a:r>
          </a:p>
          <a:p>
            <a:pPr algn="l">
              <a:lnSpc>
                <a:spcPts val="3875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Karakteristik:</a:t>
            </a:r>
          </a:p>
          <a:p>
            <a:pPr algn="l">
              <a:lnSpc>
                <a:spcPts val="3875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Memiliki jalur ganda untuk daya dan pendinginan.</a:t>
            </a:r>
          </a:p>
          <a:p>
            <a:pPr algn="l">
              <a:lnSpc>
                <a:spcPts val="3875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Bisa melakukan pemeliharaan tanpa menghentikan operasi.</a:t>
            </a:r>
          </a:p>
          <a:p>
            <a:pPr algn="l">
              <a:lnSpc>
                <a:spcPts val="3875"/>
              </a:lnSpc>
            </a:pPr>
          </a:p>
          <a:p>
            <a:pPr algn="l">
              <a:lnSpc>
                <a:spcPts val="3875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Tier 4 (Fault Tolerant)</a:t>
            </a:r>
          </a:p>
          <a:p>
            <a:pPr algn="l">
              <a:lnSpc>
                <a:spcPts val="3875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Waktu uptime: 99.995% (~26 menit downtime per tahun).</a:t>
            </a:r>
          </a:p>
          <a:p>
            <a:pPr algn="l">
              <a:lnSpc>
                <a:spcPts val="3875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Karakteristik:</a:t>
            </a:r>
          </a:p>
          <a:p>
            <a:pPr algn="l">
              <a:lnSpc>
                <a:spcPts val="3875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Fully redundant (N+1) untuk daya, pendingin, dan jaringan.</a:t>
            </a:r>
          </a:p>
          <a:p>
            <a:pPr algn="l">
              <a:lnSpc>
                <a:spcPts val="3875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Bisa bertahan dari kegagalan besar tanpa gangguan.</a:t>
            </a:r>
          </a:p>
          <a:p>
            <a:pPr algn="l">
              <a:lnSpc>
                <a:spcPts val="387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673068" y="102301"/>
            <a:ext cx="694186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Klasifikasi Data Center (Tier 1 - 4)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54897" y="4819967"/>
            <a:ext cx="1017820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Bagian 3: Topologi dan Infrastruktur Data Center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7244" y="2802939"/>
            <a:ext cx="15133692" cy="287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7"/>
              </a:lnSpc>
            </a:pPr>
            <a:r>
              <a:rPr lang="en-US" sz="41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1. Server &amp; Storage: Menyimpan dan memproses data.</a:t>
            </a:r>
          </a:p>
          <a:p>
            <a:pPr algn="l">
              <a:lnSpc>
                <a:spcPts val="5747"/>
              </a:lnSpc>
            </a:pPr>
            <a:r>
              <a:rPr lang="en-US" sz="41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2. Jaringan (Network): Router, switch, firewall, load balancer.</a:t>
            </a:r>
          </a:p>
          <a:p>
            <a:pPr algn="l">
              <a:lnSpc>
                <a:spcPts val="5747"/>
              </a:lnSpc>
            </a:pPr>
            <a:r>
              <a:rPr lang="en-US" sz="41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3. Daya &amp; Pendinginan: UPS, generator, HVAC.</a:t>
            </a:r>
          </a:p>
          <a:p>
            <a:pPr algn="l">
              <a:lnSpc>
                <a:spcPts val="5747"/>
              </a:lnSpc>
              <a:spcBef>
                <a:spcPct val="0"/>
              </a:spcBef>
            </a:pPr>
            <a:r>
              <a:rPr lang="en-US" sz="41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4. Keamanan: Biometrik, CCTV, akses kontrol.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266692" y="962025"/>
            <a:ext cx="775461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Komponen Infrastruktur Data Center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90670" y="241222"/>
            <a:ext cx="11785056" cy="9560724"/>
          </a:xfrm>
          <a:custGeom>
            <a:avLst/>
            <a:gdLst/>
            <a:ahLst/>
            <a:cxnLst/>
            <a:rect r="r" b="b" t="t" l="l"/>
            <a:pathLst>
              <a:path h="9560724" w="11785056">
                <a:moveTo>
                  <a:pt x="0" y="0"/>
                </a:moveTo>
                <a:lnTo>
                  <a:pt x="11785056" y="0"/>
                </a:lnTo>
                <a:lnTo>
                  <a:pt x="11785056" y="9560724"/>
                </a:lnTo>
                <a:lnTo>
                  <a:pt x="0" y="9560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3332" y="448310"/>
            <a:ext cx="44543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Topologi Data Center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14219" y="771842"/>
            <a:ext cx="13549965" cy="9341225"/>
          </a:xfrm>
          <a:custGeom>
            <a:avLst/>
            <a:gdLst/>
            <a:ahLst/>
            <a:cxnLst/>
            <a:rect r="r" b="b" t="t" l="l"/>
            <a:pathLst>
              <a:path h="9341225" w="13549965">
                <a:moveTo>
                  <a:pt x="0" y="0"/>
                </a:moveTo>
                <a:lnTo>
                  <a:pt x="13549965" y="0"/>
                </a:lnTo>
                <a:lnTo>
                  <a:pt x="13549965" y="9341226"/>
                </a:lnTo>
                <a:lnTo>
                  <a:pt x="0" y="9341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9" t="0" r="-87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3332" y="448310"/>
            <a:ext cx="44543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Topologi Data Center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6073" y="3619817"/>
            <a:ext cx="14692806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1. On-Premises Data Center – Dimiliki dan dikelola sendiri.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2. Colocation Data Center – Menyewa tempat di penyedia layanan.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3. Hyperscale Data Center – Skala besar untuk cloud provider seperti Google, AWS.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57182" y="962025"/>
            <a:ext cx="397363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Data Center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05365" y="4819967"/>
            <a:ext cx="267726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DAGhPq8HWgU</dc:identifier>
  <dcterms:modified xsi:type="dcterms:W3CDTF">2011-08-01T06:04:30Z</dcterms:modified>
  <cp:revision>1</cp:revision>
  <dc:title>Pengenalan Data Center: Klasifikasi, Topologi, dan Infrastruktur</dc:title>
</cp:coreProperties>
</file>